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2192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55"/>
    <p:restoredTop sz="96327"/>
  </p:normalViewPr>
  <p:slideViewPr>
    <p:cSldViewPr snapToGrid="0">
      <p:cViewPr varScale="1">
        <p:scale>
          <a:sx n="106" d="100"/>
          <a:sy n="106" d="100"/>
        </p:scale>
        <p:origin x="50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7187"/>
            <a:ext cx="9144000" cy="254677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42174"/>
            <a:ext cx="9144000" cy="176614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6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0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823721"/>
            <a:ext cx="10515600" cy="304291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95428"/>
            <a:ext cx="10515600" cy="16001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74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47333"/>
            <a:ext cx="518160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47333"/>
            <a:ext cx="518160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9467"/>
            <a:ext cx="1051560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93241"/>
            <a:ext cx="5157787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72080"/>
            <a:ext cx="5157787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93241"/>
            <a:ext cx="5183188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72080"/>
            <a:ext cx="518318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5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39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7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7680"/>
            <a:ext cx="3932237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53254"/>
            <a:ext cx="6172200" cy="51985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94560"/>
            <a:ext cx="3932237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8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7680"/>
            <a:ext cx="3932237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53254"/>
            <a:ext cx="6172200" cy="519853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94560"/>
            <a:ext cx="3932237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7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8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9467"/>
            <a:ext cx="262890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9467"/>
            <a:ext cx="773430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4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9467"/>
            <a:ext cx="1051560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47333"/>
            <a:ext cx="1051560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780107"/>
            <a:ext cx="27432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994DA-ACDB-A74E-AA9B-93F8F5EFE0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780107"/>
            <a:ext cx="4114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780107"/>
            <a:ext cx="27432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6A3D7-0E66-734E-BB8E-4B530CFE2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4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457D81C-38DD-EC41-ED9E-B5D2D89F007A}"/>
              </a:ext>
            </a:extLst>
          </p:cNvPr>
          <p:cNvGrpSpPr/>
          <p:nvPr/>
        </p:nvGrpSpPr>
        <p:grpSpPr>
          <a:xfrm>
            <a:off x="1761796" y="1404131"/>
            <a:ext cx="6489071" cy="5911069"/>
            <a:chOff x="1070678" y="85694"/>
            <a:chExt cx="8607056" cy="72295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BA7975C-FBE6-EBBA-1605-15DF567BD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5334" y="85694"/>
              <a:ext cx="7772400" cy="7143812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23FED6-3DEB-A8D1-BD49-82C8FB6EF664}"/>
                </a:ext>
              </a:extLst>
            </p:cNvPr>
            <p:cNvSpPr/>
            <p:nvPr/>
          </p:nvSpPr>
          <p:spPr>
            <a:xfrm>
              <a:off x="1070678" y="5475768"/>
              <a:ext cx="1669311" cy="1839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B6161C8-7632-ADA7-F464-5F9AAEE77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893" r="89192" b="13682"/>
          <a:stretch/>
        </p:blipFill>
        <p:spPr>
          <a:xfrm>
            <a:off x="799043" y="5284381"/>
            <a:ext cx="1774373" cy="157331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E90706-2496-5887-62AF-7678F2C03DC6}"/>
              </a:ext>
            </a:extLst>
          </p:cNvPr>
          <p:cNvCxnSpPr>
            <a:cxnSpLocks/>
          </p:cNvCxnSpPr>
          <p:nvPr/>
        </p:nvCxnSpPr>
        <p:spPr>
          <a:xfrm flipV="1">
            <a:off x="2623445" y="1816769"/>
            <a:ext cx="637112" cy="921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86E70D-AE29-5B10-5A3A-C7448149D449}"/>
              </a:ext>
            </a:extLst>
          </p:cNvPr>
          <p:cNvCxnSpPr>
            <a:cxnSpLocks/>
          </p:cNvCxnSpPr>
          <p:nvPr/>
        </p:nvCxnSpPr>
        <p:spPr>
          <a:xfrm flipV="1">
            <a:off x="5489946" y="1395663"/>
            <a:ext cx="477717" cy="864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EB74DB-1D06-0262-3D90-6F1AF7B3E281}"/>
              </a:ext>
            </a:extLst>
          </p:cNvPr>
          <p:cNvCxnSpPr>
            <a:cxnSpLocks/>
          </p:cNvCxnSpPr>
          <p:nvPr/>
        </p:nvCxnSpPr>
        <p:spPr>
          <a:xfrm flipV="1">
            <a:off x="5436785" y="2286000"/>
            <a:ext cx="711352" cy="1955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3BF81D-D761-F622-C13E-F3D8EE47E9AB}"/>
              </a:ext>
            </a:extLst>
          </p:cNvPr>
          <p:cNvCxnSpPr>
            <a:cxnSpLocks/>
          </p:cNvCxnSpPr>
          <p:nvPr/>
        </p:nvCxnSpPr>
        <p:spPr>
          <a:xfrm flipV="1">
            <a:off x="8190616" y="1660358"/>
            <a:ext cx="460089" cy="1613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Brace 24">
            <a:extLst>
              <a:ext uri="{FF2B5EF4-FFF2-40B4-BE49-F238E27FC236}">
                <a16:creationId xmlns:a16="http://schemas.microsoft.com/office/drawing/2014/main" id="{9347B04C-EA8D-E15D-7E08-77772883583D}"/>
              </a:ext>
            </a:extLst>
          </p:cNvPr>
          <p:cNvSpPr/>
          <p:nvPr/>
        </p:nvSpPr>
        <p:spPr>
          <a:xfrm rot="16200000">
            <a:off x="4948232" y="-1788233"/>
            <a:ext cx="659853" cy="5728838"/>
          </a:xfrm>
          <a:prstGeom prst="rightBrace">
            <a:avLst>
              <a:gd name="adj1" fmla="val 32002"/>
              <a:gd name="adj2" fmla="val 281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Bent Arrow 29">
            <a:extLst>
              <a:ext uri="{FF2B5EF4-FFF2-40B4-BE49-F238E27FC236}">
                <a16:creationId xmlns:a16="http://schemas.microsoft.com/office/drawing/2014/main" id="{B4EAFA8D-0376-2FAC-7F66-01CA9C5B0D51}"/>
              </a:ext>
            </a:extLst>
          </p:cNvPr>
          <p:cNvSpPr/>
          <p:nvPr/>
        </p:nvSpPr>
        <p:spPr>
          <a:xfrm rot="12673686">
            <a:off x="6916318" y="6319866"/>
            <a:ext cx="1201479" cy="616688"/>
          </a:xfrm>
          <a:prstGeom prst="bentArrow">
            <a:avLst>
              <a:gd name="adj1" fmla="val 2322"/>
              <a:gd name="adj2" fmla="val 8714"/>
              <a:gd name="adj3" fmla="val 25000"/>
              <a:gd name="adj4" fmla="val 4375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6F1AD3-0331-D0CD-6500-7A3EE2E63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74" y="132715"/>
            <a:ext cx="7772400" cy="244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DE174F-A8A2-BDB2-D1F1-DC0C04CAC4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558" b="-5818"/>
          <a:stretch>
            <a:fillRect/>
          </a:stretch>
        </p:blipFill>
        <p:spPr>
          <a:xfrm>
            <a:off x="7399422" y="6037637"/>
            <a:ext cx="4620125" cy="2789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52EF5B-E46E-F838-70E1-42AFC97696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959" t="-2203"/>
          <a:stretch>
            <a:fillRect/>
          </a:stretch>
        </p:blipFill>
        <p:spPr>
          <a:xfrm>
            <a:off x="8229599" y="6304547"/>
            <a:ext cx="3112169" cy="269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D6E38E-6258-AC64-33F8-AE4A33F3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5576" b="-32195"/>
          <a:stretch>
            <a:fillRect/>
          </a:stretch>
        </p:blipFill>
        <p:spPr>
          <a:xfrm>
            <a:off x="2731168" y="461892"/>
            <a:ext cx="2875548" cy="32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Karlson, Kyle Neil</dc:creator>
  <cp:lastModifiedBy>Karlson, Kyle N.</cp:lastModifiedBy>
  <cp:revision>4</cp:revision>
  <dcterms:created xsi:type="dcterms:W3CDTF">2022-10-03T05:43:40Z</dcterms:created>
  <dcterms:modified xsi:type="dcterms:W3CDTF">2026-08-14T21:18:48Z</dcterms:modified>
</cp:coreProperties>
</file>